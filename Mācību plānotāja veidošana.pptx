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42b8b6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e42b8b6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42b8b61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e42b8b61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e42b8b61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e42b8b61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42b8b61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42b8b61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e42b8b61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e42b8b61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e42b8b61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e42b8b61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331536e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331536e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9900" y="467975"/>
            <a:ext cx="810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Mācību plānotāja veidošana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32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B8C8D5"/>
                </a:solidFill>
              </a:rPr>
              <a:t>Autors</a:t>
            </a:r>
            <a:r>
              <a:rPr lang="en-GB" sz="2000">
                <a:solidFill>
                  <a:srgbClr val="B8C8D5"/>
                </a:solidFill>
              </a:rPr>
              <a:t>: Miķelis Kārkliņš 11. Klase</a:t>
            </a:r>
            <a:endParaRPr sz="2000">
              <a:solidFill>
                <a:srgbClr val="B8C8D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</a:t>
            </a:r>
            <a:r>
              <a:rPr lang="en-GB"/>
              <a:t>rojekta ideja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Ideja radās no personīgas pieredzes - nemāku plānot mācību laiku un atrast motivāciju mācīties.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Mērķauditorija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Projekts veidots skolēniem, studentiem un cilvēkiem, kas mācību laiku plāno patstāvīgi.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Tas palīdz bez domāšanas viegli saplānot mācību laiku un ieviest struktūru, lai nepārstrādātos un mācītos efektīvāk.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Izstrādes līdzekļi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Programmēšanas vide - visual studio code, github, interneta resursi.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Izstrāde un testēšana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Projekts tika veidots aptuveni nedēļu ieskaitot prasību analīzi. Sākot projektu daļu no koda aizņēmos no taimera programmas, ko </a:t>
            </a:r>
            <a:r>
              <a:rPr lang="en-GB"/>
              <a:t>iepriekš </a:t>
            </a:r>
            <a:r>
              <a:rPr lang="en-GB"/>
              <a:t>taisīju brīvajā laikā.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Sākumā laika plānotāja ideja likās laba, jo domāju ka ir optimāls mācīšanās algoritms, bet, aplūkojot vairākus avotus, izrādijās, ka stratēģijas ir dažādas. Visbiežāk bija minēts, ka atpūta ir 20% no darba laika.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Personīgie ieguvumi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Iemācijos vairāk par python, strādāt ar github desktop. Uzzināju, ka galvenais nav optimāls mācīšanās laika algoritms, bet gan uzstādīt konrētu laiku, kad mācīties un atpūsties.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Projekta pilnveidošana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Projektam ir daudzas pilnveidošanas iespējas, kā efektīvāka laika dalīšanas metode, iespēja iestatīt darba un atpūtas laikus pašam un vizuāli uzlabot programmas dizainu.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Paldies par uzmanību!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